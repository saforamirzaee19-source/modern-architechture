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74320"/>
            <a:ext cx="137160" cy="6217920"/>
          </a:xfrm>
          <a:prstGeom prst="rect">
            <a:avLst/>
          </a:prstGeom>
          <a:solidFill>
            <a:srgbClr val="C4A878"/>
          </a:solidFill>
          <a:ln>
            <a:solidFill>
              <a:srgbClr val="C4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754648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A878"/>
                </a:solidFill>
              </a:defRPr>
            </a:pPr>
            <a:r>
              <a:rPr lang="de-DE" dirty="0"/>
              <a:t>FINALL HTML &amp; CSS PROJECT OF SAFOR MIRZAEE 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7498079" cy="3474720"/>
          </a:xfrm>
          <a:prstGeom prst="roundRect">
            <a:avLst/>
          </a:prstGeom>
          <a:solidFill>
            <a:srgbClr val="1C1C1C"/>
          </a:solidFill>
          <a:ln>
            <a:solidFill>
              <a:srgbClr val="C4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5F5F5"/>
                </a:solidFill>
              </a:defRPr>
            </a:pPr>
            <a:r>
              <a:rPr dirty="0"/>
              <a:t>HTML &amp; CSS </a:t>
            </a:r>
            <a:r>
              <a:rPr lang="fa-IR" dirty="0"/>
              <a:t>Final Project </a:t>
            </a:r>
            <a:r>
              <a:rPr dirty="0"/>
              <a:t>Presentation</a:t>
            </a:r>
            <a:br>
              <a:rPr dirty="0"/>
            </a:br>
            <a:r>
              <a:rPr dirty="0"/>
              <a:t>Presented by: </a:t>
            </a:r>
            <a:r>
              <a:rPr lang="fa-IR" dirty="0"/>
              <a:t>Safor </a:t>
            </a:r>
            <a:r>
              <a:rPr dirty="0" err="1"/>
              <a:t>Mirzaee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070097" y="6217920"/>
            <a:ext cx="100380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4A878"/>
                </a:solidFill>
              </a:defRPr>
            </a:pPr>
            <a:r>
              <a:rPr lang="fa-IR" dirty="0"/>
              <a:t>Safora Mirzaee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74320"/>
            <a:ext cx="137160" cy="6217920"/>
          </a:xfrm>
          <a:prstGeom prst="rect">
            <a:avLst/>
          </a:prstGeom>
          <a:solidFill>
            <a:srgbClr val="C4A878"/>
          </a:solidFill>
          <a:ln>
            <a:solidFill>
              <a:srgbClr val="C4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A878"/>
                </a:solidFill>
              </a:defRPr>
            </a:pPr>
            <a:r>
              <a:t>Project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7498079" cy="3474720"/>
          </a:xfrm>
          <a:prstGeom prst="roundRect">
            <a:avLst/>
          </a:prstGeom>
          <a:solidFill>
            <a:srgbClr val="1C1C1C"/>
          </a:solidFill>
          <a:ln>
            <a:solidFill>
              <a:srgbClr val="C4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5F5F5"/>
                </a:solidFill>
              </a:defRPr>
            </a:pPr>
            <a:r>
              <a:t>This project is a modern landing page website inspired by a professional web template.</a:t>
            </a:r>
            <a:br/>
            <a:br/>
            <a:r>
              <a:t>Technologies:</a:t>
            </a:r>
            <a:br/>
            <a:r>
              <a:t>• HTML5</a:t>
            </a:r>
            <a:br/>
            <a:r>
              <a:t>• CSS3</a:t>
            </a:r>
            <a:br/>
            <a:r>
              <a:t>• Flexbox</a:t>
            </a:r>
            <a:br/>
            <a:r>
              <a:t>• Responsive Design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007FB2-4FF3-383A-6B29-815DB155F1D6}"/>
              </a:ext>
            </a:extLst>
          </p:cNvPr>
          <p:cNvSpPr txBox="1"/>
          <p:nvPr/>
        </p:nvSpPr>
        <p:spPr>
          <a:xfrm>
            <a:off x="4070097" y="6217920"/>
            <a:ext cx="100380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4A878"/>
                </a:solidFill>
              </a:defRPr>
            </a:pPr>
            <a:r>
              <a:rPr lang="fa-IR" dirty="0"/>
              <a:t>Safora Mirzaee 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74320"/>
            <a:ext cx="137160" cy="6217920"/>
          </a:xfrm>
          <a:prstGeom prst="rect">
            <a:avLst/>
          </a:prstGeom>
          <a:solidFill>
            <a:srgbClr val="C4A878"/>
          </a:solidFill>
          <a:ln>
            <a:solidFill>
              <a:srgbClr val="C4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A878"/>
                </a:solidFill>
              </a:defRPr>
            </a:pPr>
            <a:r>
              <a:t>Design Concept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7498079" cy="3474720"/>
          </a:xfrm>
          <a:prstGeom prst="roundRect">
            <a:avLst/>
          </a:prstGeom>
          <a:solidFill>
            <a:srgbClr val="1C1C1C"/>
          </a:solidFill>
          <a:ln>
            <a:solidFill>
              <a:srgbClr val="C4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5F5F5"/>
                </a:solidFill>
              </a:defRPr>
            </a:pPr>
            <a:r>
              <a:t>• Minimal Design</a:t>
            </a:r>
            <a:br/>
            <a:r>
              <a:t>• Modern User Interface</a:t>
            </a:r>
            <a:br/>
            <a:r>
              <a:t>• Clean Layout</a:t>
            </a:r>
            <a:br/>
            <a:r>
              <a:t>• Professional Typography</a:t>
            </a:r>
            <a:br/>
            <a:r>
              <a:t>• Smooth User Experience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B43566-DEC7-0F4D-30A5-8B7770979162}"/>
              </a:ext>
            </a:extLst>
          </p:cNvPr>
          <p:cNvSpPr txBox="1"/>
          <p:nvPr/>
        </p:nvSpPr>
        <p:spPr>
          <a:xfrm>
            <a:off x="4070097" y="6217920"/>
            <a:ext cx="100380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4A878"/>
                </a:solidFill>
              </a:defRPr>
            </a:pPr>
            <a:r>
              <a:rPr lang="fa-IR" dirty="0"/>
              <a:t>Safora Mirzaee 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74320"/>
            <a:ext cx="137160" cy="6217920"/>
          </a:xfrm>
          <a:prstGeom prst="rect">
            <a:avLst/>
          </a:prstGeom>
          <a:solidFill>
            <a:srgbClr val="C4A878"/>
          </a:solidFill>
          <a:ln>
            <a:solidFill>
              <a:srgbClr val="C4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A878"/>
                </a:solidFill>
              </a:defRPr>
            </a:pPr>
            <a:r>
              <a:t>Website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7498079" cy="3474720"/>
          </a:xfrm>
          <a:prstGeom prst="roundRect">
            <a:avLst/>
          </a:prstGeom>
          <a:solidFill>
            <a:srgbClr val="1C1C1C"/>
          </a:solidFill>
          <a:ln>
            <a:solidFill>
              <a:srgbClr val="C4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5F5F5"/>
                </a:solidFill>
              </a:defRPr>
            </a:pPr>
            <a:r>
              <a:t>1. Header</a:t>
            </a:r>
            <a:br/>
            <a:r>
              <a:t>2. Navigation Bar</a:t>
            </a:r>
            <a:br/>
            <a:r>
              <a:t>3. Hero Section</a:t>
            </a:r>
            <a:br/>
            <a:r>
              <a:t>4. Content Section</a:t>
            </a:r>
            <a:br/>
            <a:r>
              <a:t>5. Buttons and Cards</a:t>
            </a:r>
            <a:br/>
            <a:r>
              <a:t>6. Footer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B12488-6892-D738-AAE4-796B2DE45F82}"/>
              </a:ext>
            </a:extLst>
          </p:cNvPr>
          <p:cNvSpPr txBox="1"/>
          <p:nvPr/>
        </p:nvSpPr>
        <p:spPr>
          <a:xfrm>
            <a:off x="4070097" y="6217920"/>
            <a:ext cx="100380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4A878"/>
                </a:solidFill>
              </a:defRPr>
            </a:pPr>
            <a:r>
              <a:rPr lang="fa-IR" dirty="0"/>
              <a:t>Safora Mirzaee 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74320"/>
            <a:ext cx="137160" cy="6217920"/>
          </a:xfrm>
          <a:prstGeom prst="rect">
            <a:avLst/>
          </a:prstGeom>
          <a:solidFill>
            <a:srgbClr val="C4A878"/>
          </a:solidFill>
          <a:ln>
            <a:solidFill>
              <a:srgbClr val="C4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A878"/>
                </a:solidFill>
              </a:defRPr>
            </a:pPr>
            <a:r>
              <a:t>Header &amp; Navigation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7498079" cy="3474720"/>
          </a:xfrm>
          <a:prstGeom prst="roundRect">
            <a:avLst/>
          </a:prstGeom>
          <a:solidFill>
            <a:srgbClr val="1C1C1C"/>
          </a:solidFill>
          <a:ln>
            <a:solidFill>
              <a:srgbClr val="C4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5F5F5"/>
                </a:solidFill>
              </a:defRPr>
            </a:pPr>
            <a:r>
              <a:t>The header section includes:</a:t>
            </a:r>
            <a:br/>
            <a:r>
              <a:t>• Logo</a:t>
            </a:r>
            <a:br/>
            <a:r>
              <a:t>• Navigation Menu</a:t>
            </a:r>
            <a:br/>
            <a:r>
              <a:t>• Call-to-Action Button</a:t>
            </a:r>
            <a:br/>
            <a:br/>
            <a:r>
              <a:t>Technologies Used:</a:t>
            </a:r>
            <a:br/>
            <a:r>
              <a:t>• Flexbox</a:t>
            </a:r>
            <a:br/>
            <a:r>
              <a:t>• Hover Effects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689B95-84F7-1C75-2DF0-0EF1F2958213}"/>
              </a:ext>
            </a:extLst>
          </p:cNvPr>
          <p:cNvSpPr txBox="1"/>
          <p:nvPr/>
        </p:nvSpPr>
        <p:spPr>
          <a:xfrm>
            <a:off x="4070097" y="6217920"/>
            <a:ext cx="100380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4A878"/>
                </a:solidFill>
              </a:defRPr>
            </a:pPr>
            <a:r>
              <a:rPr lang="fa-IR" dirty="0"/>
              <a:t>Safora Mirzaee 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74320"/>
            <a:ext cx="137160" cy="6217920"/>
          </a:xfrm>
          <a:prstGeom prst="rect">
            <a:avLst/>
          </a:prstGeom>
          <a:solidFill>
            <a:srgbClr val="C4A878"/>
          </a:solidFill>
          <a:ln>
            <a:solidFill>
              <a:srgbClr val="C4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A878"/>
                </a:solidFill>
              </a:defRPr>
            </a:pPr>
            <a:r>
              <a:t>Hero Section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7498079" cy="3474720"/>
          </a:xfrm>
          <a:prstGeom prst="roundRect">
            <a:avLst/>
          </a:prstGeom>
          <a:solidFill>
            <a:srgbClr val="1C1C1C"/>
          </a:solidFill>
          <a:ln>
            <a:solidFill>
              <a:srgbClr val="C4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5F5F5"/>
                </a:solidFill>
              </a:defRPr>
            </a:pPr>
            <a:r>
              <a:t>Features:</a:t>
            </a:r>
            <a:br/>
            <a:r>
              <a:t>• Large Background Image</a:t>
            </a:r>
            <a:br/>
            <a:r>
              <a:t>• Bold Typography</a:t>
            </a:r>
            <a:br/>
            <a:r>
              <a:t>• Modern Layout</a:t>
            </a:r>
            <a:br/>
            <a:r>
              <a:t>• Action Button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8C914C-476A-B131-7930-DEF9E0B5C4A3}"/>
              </a:ext>
            </a:extLst>
          </p:cNvPr>
          <p:cNvSpPr txBox="1"/>
          <p:nvPr/>
        </p:nvSpPr>
        <p:spPr>
          <a:xfrm>
            <a:off x="4070097" y="6217920"/>
            <a:ext cx="100380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4A878"/>
                </a:solidFill>
              </a:defRPr>
            </a:pPr>
            <a:r>
              <a:rPr lang="fa-IR" dirty="0"/>
              <a:t>Safora Mirzaee 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74320"/>
            <a:ext cx="137160" cy="6217920"/>
          </a:xfrm>
          <a:prstGeom prst="rect">
            <a:avLst/>
          </a:prstGeom>
          <a:solidFill>
            <a:srgbClr val="C4A878"/>
          </a:solidFill>
          <a:ln>
            <a:solidFill>
              <a:srgbClr val="C4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A878"/>
                </a:solidFill>
              </a:defRPr>
            </a:pPr>
            <a:r>
              <a:t>Typography &amp; Colors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7498079" cy="3474720"/>
          </a:xfrm>
          <a:prstGeom prst="roundRect">
            <a:avLst/>
          </a:prstGeom>
          <a:solidFill>
            <a:srgbClr val="1C1C1C"/>
          </a:solidFill>
          <a:ln>
            <a:solidFill>
              <a:srgbClr val="C4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5F5F5"/>
                </a:solidFill>
              </a:defRPr>
            </a:pPr>
            <a:r>
              <a:t>• Google Fonts</a:t>
            </a:r>
            <a:br/>
            <a:r>
              <a:t>• Neutral Colors</a:t>
            </a:r>
            <a:br/>
            <a:r>
              <a:t>• Soft Contrast</a:t>
            </a:r>
            <a:br/>
            <a:r>
              <a:t>• Balanced Visual Hierarchy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493241-A523-7FA8-26C1-C743A5FDFD16}"/>
              </a:ext>
            </a:extLst>
          </p:cNvPr>
          <p:cNvSpPr txBox="1"/>
          <p:nvPr/>
        </p:nvSpPr>
        <p:spPr>
          <a:xfrm>
            <a:off x="4070097" y="6217920"/>
            <a:ext cx="100380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4A878"/>
                </a:solidFill>
              </a:defRPr>
            </a:pPr>
            <a:r>
              <a:rPr lang="fa-IR" dirty="0"/>
              <a:t>Safora Mirzaee 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74320"/>
            <a:ext cx="137160" cy="6217920"/>
          </a:xfrm>
          <a:prstGeom prst="rect">
            <a:avLst/>
          </a:prstGeom>
          <a:solidFill>
            <a:srgbClr val="C4A878"/>
          </a:solidFill>
          <a:ln>
            <a:solidFill>
              <a:srgbClr val="C4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A878"/>
                </a:solidFill>
              </a:defRPr>
            </a:pPr>
            <a:r>
              <a:t>CSS Techniques 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7498079" cy="3474720"/>
          </a:xfrm>
          <a:prstGeom prst="roundRect">
            <a:avLst/>
          </a:prstGeom>
          <a:solidFill>
            <a:srgbClr val="1C1C1C"/>
          </a:solidFill>
          <a:ln>
            <a:solidFill>
              <a:srgbClr val="C4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5F5F5"/>
                </a:solidFill>
              </a:defRPr>
            </a:pPr>
            <a:r>
              <a:t>• Flexbox</a:t>
            </a:r>
            <a:br/>
            <a:r>
              <a:t>• Hover Effects</a:t>
            </a:r>
            <a:br/>
            <a:r>
              <a:t>• CSS Transitions</a:t>
            </a:r>
            <a:br/>
            <a:r>
              <a:t>• Responsive Design</a:t>
            </a:r>
            <a:br/>
            <a:r>
              <a:t>• Background Overlay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B87372-EDEC-00A6-1167-08CDDD5922B1}"/>
              </a:ext>
            </a:extLst>
          </p:cNvPr>
          <p:cNvSpPr txBox="1"/>
          <p:nvPr/>
        </p:nvSpPr>
        <p:spPr>
          <a:xfrm>
            <a:off x="4070097" y="6217920"/>
            <a:ext cx="100380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4A878"/>
                </a:solidFill>
              </a:defRPr>
            </a:pPr>
            <a:r>
              <a:rPr lang="fa-IR" dirty="0"/>
              <a:t>Safora Mirzaee 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74320"/>
            <a:ext cx="137160" cy="6217920"/>
          </a:xfrm>
          <a:prstGeom prst="rect">
            <a:avLst/>
          </a:prstGeom>
          <a:solidFill>
            <a:srgbClr val="C4A878"/>
          </a:solidFill>
          <a:ln>
            <a:solidFill>
              <a:srgbClr val="C4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A878"/>
                </a:solidFill>
              </a:defRPr>
            </a:pPr>
            <a:r>
              <a:t>Responsive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7498079" cy="3474720"/>
          </a:xfrm>
          <a:prstGeom prst="roundRect">
            <a:avLst/>
          </a:prstGeom>
          <a:solidFill>
            <a:srgbClr val="1C1C1C"/>
          </a:solidFill>
          <a:ln>
            <a:solidFill>
              <a:srgbClr val="C4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5F5F5"/>
                </a:solidFill>
              </a:defRPr>
            </a:pPr>
            <a:r>
              <a:t>The website works on:</a:t>
            </a:r>
            <a:br/>
            <a:r>
              <a:t>• Mobile Devices</a:t>
            </a:r>
            <a:br/>
            <a:r>
              <a:t>• Tablets</a:t>
            </a:r>
            <a:br/>
            <a:r>
              <a:t>• Laptops</a:t>
            </a:r>
            <a:br/>
            <a:r>
              <a:t>• Desktop Screens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E4C747-F411-31DD-62E3-C1A5E41EFF09}"/>
              </a:ext>
            </a:extLst>
          </p:cNvPr>
          <p:cNvSpPr txBox="1"/>
          <p:nvPr/>
        </p:nvSpPr>
        <p:spPr>
          <a:xfrm>
            <a:off x="4070097" y="6217920"/>
            <a:ext cx="100380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4A878"/>
                </a:solidFill>
              </a:defRPr>
            </a:pPr>
            <a:r>
              <a:rPr lang="fa-IR" dirty="0"/>
              <a:t>Safora Mirzaee 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74320"/>
            <a:ext cx="137160" cy="6217920"/>
          </a:xfrm>
          <a:prstGeom prst="rect">
            <a:avLst/>
          </a:prstGeom>
          <a:solidFill>
            <a:srgbClr val="C4A878"/>
          </a:solidFill>
          <a:ln>
            <a:solidFill>
              <a:srgbClr val="C4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A878"/>
                </a:solidFill>
              </a:defRPr>
            </a:pPr>
            <a:r>
              <a:t>Challenges During Development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7498079" cy="3474720"/>
          </a:xfrm>
          <a:prstGeom prst="roundRect">
            <a:avLst/>
          </a:prstGeom>
          <a:solidFill>
            <a:srgbClr val="1C1C1C"/>
          </a:solidFill>
          <a:ln>
            <a:solidFill>
              <a:srgbClr val="C4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5F5F5"/>
                </a:solidFill>
              </a:defRPr>
            </a:pPr>
            <a:r>
              <a:t>• Aligning elements correctly</a:t>
            </a:r>
            <a:br/>
            <a:r>
              <a:t>• Creating responsive layouts</a:t>
            </a:r>
            <a:br/>
            <a:r>
              <a:t>• Managing spacing and positioning</a:t>
            </a:r>
            <a:br/>
            <a:br/>
            <a:r>
              <a:t>Solutions:</a:t>
            </a:r>
            <a:br/>
            <a:r>
              <a:t>• Flexbox</a:t>
            </a:r>
            <a:br/>
            <a:r>
              <a:t>• Media Queries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C47309-08F2-8719-7D3E-B26F0DBBE85B}"/>
              </a:ext>
            </a:extLst>
          </p:cNvPr>
          <p:cNvSpPr txBox="1"/>
          <p:nvPr/>
        </p:nvSpPr>
        <p:spPr>
          <a:xfrm>
            <a:off x="4070097" y="6217920"/>
            <a:ext cx="100380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4A878"/>
                </a:solidFill>
              </a:defRPr>
            </a:pPr>
            <a:r>
              <a:rPr lang="fa-IR" dirty="0"/>
              <a:t>Safora Mirzaee 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74320"/>
            <a:ext cx="137160" cy="6217920"/>
          </a:xfrm>
          <a:prstGeom prst="rect">
            <a:avLst/>
          </a:prstGeom>
          <a:solidFill>
            <a:srgbClr val="C4A878"/>
          </a:solidFill>
          <a:ln>
            <a:solidFill>
              <a:srgbClr val="C4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A878"/>
                </a:solidFill>
              </a:defRPr>
            </a:pPr>
            <a:r>
              <a:t>What I Learned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7498079" cy="3474720"/>
          </a:xfrm>
          <a:prstGeom prst="roundRect">
            <a:avLst/>
          </a:prstGeom>
          <a:solidFill>
            <a:srgbClr val="1C1C1C"/>
          </a:solidFill>
          <a:ln>
            <a:solidFill>
              <a:srgbClr val="C4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5F5F5"/>
                </a:solidFill>
              </a:defRPr>
            </a:pPr>
            <a:r>
              <a:t>• HTML Structure</a:t>
            </a:r>
            <a:br/>
            <a:r>
              <a:t>• CSS Styling</a:t>
            </a:r>
            <a:br/>
            <a:r>
              <a:t>• Flexbox Layout</a:t>
            </a:r>
            <a:br/>
            <a:r>
              <a:t>• Responsive Design</a:t>
            </a:r>
            <a:br/>
            <a:r>
              <a:t>• UI Design Principles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E7E074-F8DD-576E-29AA-80C63FF49877}"/>
              </a:ext>
            </a:extLst>
          </p:cNvPr>
          <p:cNvSpPr txBox="1"/>
          <p:nvPr/>
        </p:nvSpPr>
        <p:spPr>
          <a:xfrm>
            <a:off x="4070097" y="6217920"/>
            <a:ext cx="100380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4A878"/>
                </a:solidFill>
              </a:defRPr>
            </a:pPr>
            <a:r>
              <a:rPr lang="fa-IR" dirty="0"/>
              <a:t>Safora Mirzaee 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74320"/>
            <a:ext cx="137160" cy="6217920"/>
          </a:xfrm>
          <a:prstGeom prst="rect">
            <a:avLst/>
          </a:prstGeom>
          <a:solidFill>
            <a:srgbClr val="C4A878"/>
          </a:solidFill>
          <a:ln>
            <a:solidFill>
              <a:srgbClr val="C4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A878"/>
                </a:solidFill>
              </a:defRPr>
            </a:pPr>
            <a:r>
              <a:t>Future Plans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7498079" cy="3474720"/>
          </a:xfrm>
          <a:prstGeom prst="roundRect">
            <a:avLst/>
          </a:prstGeom>
          <a:solidFill>
            <a:srgbClr val="1C1C1C"/>
          </a:solidFill>
          <a:ln>
            <a:solidFill>
              <a:srgbClr val="C4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5F5F5"/>
                </a:solidFill>
              </a:defRPr>
            </a:pPr>
            <a:r>
              <a:t>• Add JavaScript animations</a:t>
            </a:r>
            <a:br/>
            <a:r>
              <a:t>• Improve interactivity</a:t>
            </a:r>
            <a:br/>
            <a:r>
              <a:t>• Build more responsive websites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2DD5D2-7074-AE6B-DE8A-DAA69FF3D5A7}"/>
              </a:ext>
            </a:extLst>
          </p:cNvPr>
          <p:cNvSpPr txBox="1"/>
          <p:nvPr/>
        </p:nvSpPr>
        <p:spPr>
          <a:xfrm>
            <a:off x="4070097" y="6217920"/>
            <a:ext cx="100380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4A878"/>
                </a:solidFill>
              </a:defRPr>
            </a:pPr>
            <a:r>
              <a:rPr lang="fa-IR" dirty="0"/>
              <a:t>Safora Mirzaee 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74320"/>
            <a:ext cx="137160" cy="6217920"/>
          </a:xfrm>
          <a:prstGeom prst="rect">
            <a:avLst/>
          </a:prstGeom>
          <a:solidFill>
            <a:srgbClr val="C4A878"/>
          </a:solidFill>
          <a:ln>
            <a:solidFill>
              <a:srgbClr val="C4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A878"/>
                </a:solidFill>
              </a:defRPr>
            </a:pPr>
            <a: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7498079" cy="3474720"/>
          </a:xfrm>
          <a:prstGeom prst="roundRect">
            <a:avLst/>
          </a:prstGeom>
          <a:solidFill>
            <a:srgbClr val="1C1C1C"/>
          </a:solidFill>
          <a:ln>
            <a:solidFill>
              <a:srgbClr val="C4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5F5F5"/>
                </a:solidFill>
              </a:defRPr>
            </a:pPr>
            <a:r>
              <a:t>This project improved my frontend development skills and helped me understand modern web design better.</a:t>
            </a:r>
            <a:br/>
            <a:br/>
            <a:r>
              <a:t>Thank you for your attention!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BBE591-5974-8C58-2256-F2005118EF29}"/>
              </a:ext>
            </a:extLst>
          </p:cNvPr>
          <p:cNvSpPr txBox="1"/>
          <p:nvPr/>
        </p:nvSpPr>
        <p:spPr>
          <a:xfrm>
            <a:off x="4070097" y="6217920"/>
            <a:ext cx="100380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4A878"/>
                </a:solidFill>
              </a:defRPr>
            </a:pPr>
            <a:r>
              <a:rPr lang="fa-IR" dirty="0"/>
              <a:t>Safora Mirzaee 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274320"/>
            <a:ext cx="137160" cy="6217920"/>
          </a:xfrm>
          <a:prstGeom prst="rect">
            <a:avLst/>
          </a:prstGeom>
          <a:solidFill>
            <a:srgbClr val="C4A878"/>
          </a:solidFill>
          <a:ln>
            <a:solidFill>
              <a:srgbClr val="C4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A878"/>
                </a:solidFill>
              </a:defRPr>
            </a:pPr>
            <a:r>
              <a:t>Any Questions?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7498079" cy="3474720"/>
          </a:xfrm>
          <a:prstGeom prst="roundRect">
            <a:avLst/>
          </a:prstGeom>
          <a:solidFill>
            <a:srgbClr val="1C1C1C"/>
          </a:solidFill>
          <a:ln>
            <a:solidFill>
              <a:srgbClr val="C4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5F5F5"/>
                </a:solidFill>
              </a:defRPr>
            </a:pPr>
            <a:r>
              <a:t>Thank You!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1A628B-DEFD-C5E7-215D-49446869662D}"/>
              </a:ext>
            </a:extLst>
          </p:cNvPr>
          <p:cNvSpPr txBox="1"/>
          <p:nvPr/>
        </p:nvSpPr>
        <p:spPr>
          <a:xfrm>
            <a:off x="4070097" y="6217920"/>
            <a:ext cx="100380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C4A878"/>
                </a:solidFill>
              </a:defRPr>
            </a:pPr>
            <a:r>
              <a:rPr lang="fa-IR" dirty="0"/>
              <a:t>Safora Mirzaee 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Safora Mirzaee</cp:lastModifiedBy>
  <cp:revision>3</cp:revision>
  <dcterms:created xsi:type="dcterms:W3CDTF">2013-01-27T09:14:16Z</dcterms:created>
  <dcterms:modified xsi:type="dcterms:W3CDTF">2026-05-24T03:15:08Z</dcterms:modified>
  <cp:category/>
</cp:coreProperties>
</file>